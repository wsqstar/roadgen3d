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RoadGen3D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2B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Text-to-3D Urban Street Scene Generation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Neuro-Symbolic System for Intelligent Street Design</a:t>
            </a:r>
            <a:endParaRPr lang="en-US" sz="1600" dirty="0"/>
          </a:p>
        </p:txBody>
      </p:sp>
      <p:pic>
        <p:nvPicPr>
          <p:cNvPr id="5" name="Image 0" descr="/Users/shiqi/Coding/github/GIStudio/RoadGen3D/artifacts/real/presentation_views/hero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731520"/>
            <a:ext cx="4389120" cy="530352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5669280"/>
            <a:ext cx="594360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GIStudio  |  Neuro-Symbolic Urban Generation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2011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B0BEC5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18288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645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95728" y="2331720"/>
            <a:ext cx="274320" cy="27432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2697480" y="146304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B0BEC5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97480" y="1463040"/>
            <a:ext cx="18288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7560" y="1645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34640" y="2331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34640" y="2880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asset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44568" y="2331720"/>
            <a:ext cx="274320" cy="27432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0" y="146304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B0BEC5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463040"/>
            <a:ext cx="18288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0" y="1645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83480" y="2331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2880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93408" y="2331720"/>
            <a:ext cx="274320" cy="27432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25" name="Shape 23"/>
          <p:cNvSpPr/>
          <p:nvPr/>
        </p:nvSpPr>
        <p:spPr>
          <a:xfrm>
            <a:off x="6995160" y="146304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B0BEC5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95160" y="1463040"/>
            <a:ext cx="18288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Shape 25"/>
          <p:cNvSpPr/>
          <p:nvPr/>
        </p:nvSpPr>
        <p:spPr>
          <a:xfrm>
            <a:off x="7635240" y="1645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76352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32320" y="2331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32320" y="2880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Constraint-aware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842248" y="2331720"/>
            <a:ext cx="274320" cy="27432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32" name="Shape 30"/>
          <p:cNvSpPr/>
          <p:nvPr/>
        </p:nvSpPr>
        <p:spPr>
          <a:xfrm>
            <a:off x="9144000" y="146304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B0BEC5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144000" y="1463040"/>
            <a:ext cx="18288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4" name="Shape 32"/>
          <p:cNvSpPr/>
          <p:nvPr/>
        </p:nvSpPr>
        <p:spPr>
          <a:xfrm>
            <a:off x="9784080" y="16459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97840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281160" y="2331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281160" y="2880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GLB / PLY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1520" y="3886200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38862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97280" y="3840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retrieval with CLIP text embeddings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760720" y="3886200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2" name="Text 40"/>
          <p:cNvSpPr/>
          <p:nvPr/>
        </p:nvSpPr>
        <p:spPr>
          <a:xfrm>
            <a:off x="5760720" y="38862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26480" y="3840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Symbolic StreetProgram for editable structure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31520" y="4389120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4389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97280" y="4343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Constraint-aware layout with collision detection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760720" y="4389120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8" name="Text 46"/>
          <p:cNvSpPr/>
          <p:nvPr/>
        </p:nvSpPr>
        <p:spPr>
          <a:xfrm>
            <a:off x="5760720" y="4389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126480" y="4343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Multi-source: OSM, template, graph, manual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LLM-Driven Auto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2011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73152" cy="65836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444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71907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graph.json + base_map.png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039112"/>
            <a:ext cx="182880" cy="91440"/>
          </a:xfrm>
          <a:prstGeom prst="downArrow">
            <a:avLst/>
          </a:prstGeom>
          <a:solidFill>
            <a:srgbClr val="E8ECF1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139696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139696"/>
            <a:ext cx="73152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2128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&amp; Compose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4871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Parser + LLM Context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0" y="2807208"/>
            <a:ext cx="182880" cy="91440"/>
          </a:xfrm>
          <a:prstGeom prst="downArrow">
            <a:avLst/>
          </a:prstGeom>
          <a:solidFill>
            <a:srgbClr val="E8ECF1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907792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907792"/>
            <a:ext cx="73152" cy="6583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9809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Generation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25526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compose_street_scene()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3575304"/>
            <a:ext cx="182880" cy="91440"/>
          </a:xfrm>
          <a:prstGeom prst="downArrow">
            <a:avLst/>
          </a:prstGeom>
          <a:solidFill>
            <a:srgbClr val="E8ECF1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675888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4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675888"/>
            <a:ext cx="73152" cy="6583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3749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Preview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0233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 view → preview.png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26080" y="4343400"/>
            <a:ext cx="182880" cy="91440"/>
          </a:xfrm>
          <a:prstGeom prst="downArrow">
            <a:avLst/>
          </a:prstGeom>
          <a:solidFill>
            <a:srgbClr val="E8ECF1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4443984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4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443984"/>
            <a:ext cx="73152" cy="6583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45171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Evaluate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47914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+ Suggestions + config_patch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26080" y="5111496"/>
            <a:ext cx="182880" cy="91440"/>
          </a:xfrm>
          <a:prstGeom prst="downArrow">
            <a:avLst/>
          </a:prstGeom>
          <a:solidFill>
            <a:srgbClr val="E8ECF1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521208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4F6F9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5212080"/>
            <a:ext cx="73152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52852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0120" y="55595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patch → loop (max 3 rounds)</a:t>
            </a:r>
            <a:endParaRPr lang="en-US" sz="1000" dirty="0"/>
          </a:p>
        </p:txBody>
      </p:sp>
      <p:pic>
        <p:nvPicPr>
          <p:cNvPr id="33" name="Image 0" descr="/Users/shiqi/Coding/github/GIStudio/RoadGen3D/artifacts/real/presentation_views/overview_top_de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188720"/>
            <a:ext cx="5486400" cy="2560320"/>
          </a:xfrm>
          <a:prstGeom prst="ellipse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943600" y="3794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 Scene Overview</a:t>
            </a:r>
            <a:endParaRPr lang="en-US" sz="1000" dirty="0"/>
          </a:p>
        </p:txBody>
      </p:sp>
      <p:pic>
        <p:nvPicPr>
          <p:cNvPr id="35" name="Image 1" descr="/Users/shiqi/Coding/github/GIStudio/RoadGen3D/artifacts/real/presentation_views/final_oblique_45_water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206240"/>
            <a:ext cx="5486400" cy="2377440"/>
          </a:xfrm>
          <a:prstGeom prst="ellipse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94360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Watercolor Oblique 45 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Highlights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2011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B283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508760"/>
            <a:ext cx="4572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45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Neuro-Symbolic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StreetProgram + ConstraintSet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LayoutSolver (M6)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137160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B2838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508760"/>
            <a:ext cx="4572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645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148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/ Template / Graph 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MetaUrban / Manual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B2838"/>
          </a:solidFill>
          <a:ln/>
        </p:spPr>
      </p:sp>
      <p:sp>
        <p:nvSpPr>
          <p:cNvPr id="13" name="Shape 11"/>
          <p:cNvSpPr/>
          <p:nvPr/>
        </p:nvSpPr>
        <p:spPr>
          <a:xfrm>
            <a:off x="8275320" y="1508760"/>
            <a:ext cx="4572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645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Design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5320" y="2148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RAG-powered design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refinement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01752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B2838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3154680"/>
            <a:ext cx="4572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Rule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Balanced, pedestrian-priority,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transit-priority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34840" y="301752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B2838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3154680"/>
            <a:ext cx="4572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satisfaction, topology,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efficiency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301752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B2838"/>
          </a:solidFill>
          <a:ln/>
        </p:spPr>
      </p:sp>
      <p:sp>
        <p:nvSpPr>
          <p:cNvPr id="25" name="Shape 23"/>
          <p:cNvSpPr/>
          <p:nvPr/>
        </p:nvSpPr>
        <p:spPr>
          <a:xfrm>
            <a:off x="8275320" y="3154680"/>
            <a:ext cx="4572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Workbench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7532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Three.js viewer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Vite/React UI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754880"/>
            <a:ext cx="1069848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2B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text to 3D streets — bridging creative intent and structural design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GIStudio  |  github.com/GIStudio/RoadGen3D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RoadGen3D Project Overview</dc:subject>
  <dc:creator>RoadGen3D Team</dc:creator>
  <cp:lastModifiedBy>RoadGen3D Team</cp:lastModifiedBy>
  <cp:revision>1</cp:revision>
  <dcterms:created xsi:type="dcterms:W3CDTF">2026-04-03T15:14:34Z</dcterms:created>
  <dcterms:modified xsi:type="dcterms:W3CDTF">2026-04-03T15:14:34Z</dcterms:modified>
</cp:coreProperties>
</file>